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7" r:id="rId1"/>
  </p:sldMasterIdLst>
  <p:notesMasterIdLst>
    <p:notesMasterId r:id="rId8"/>
  </p:notesMasterIdLst>
  <p:sldIdLst>
    <p:sldId id="256" r:id="rId2"/>
    <p:sldId id="257" r:id="rId3"/>
    <p:sldId id="258" r:id="rId4"/>
    <p:sldId id="262" r:id="rId5"/>
    <p:sldId id="263" r:id="rId6"/>
    <p:sldId id="261" r:id="rId7"/>
  </p:sldIdLst>
  <p:sldSz cx="9144000" cy="5143500" type="screen16x9"/>
  <p:notesSz cx="6858000" cy="9144000"/>
  <p:embeddedFontLst>
    <p:embeddedFont>
      <p:font typeface="Algerian" panose="04020705040A02060702" pitchFamily="82" charset="0"/>
      <p:regular r:id="rId9"/>
    </p:embeddedFont>
    <p:embeddedFont>
      <p:font typeface="Anaheim" panose="020B0604020202020204" charset="0"/>
      <p:regular r:id="rId10"/>
      <p:bold r:id="rId11"/>
    </p:embeddedFont>
    <p:embeddedFont>
      <p:font typeface="Hanken Grotesk" panose="020B0604020202020204" charset="0"/>
      <p:regular r:id="rId12"/>
      <p:bold r:id="rId13"/>
      <p:italic r:id="rId14"/>
      <p:boldItalic r:id="rId15"/>
    </p:embeddedFont>
    <p:embeddedFont>
      <p:font typeface="Poppins" panose="00000500000000000000" pitchFamily="2" charset="0"/>
      <p:regular r:id="rId16"/>
      <p:bold r:id="rId17"/>
      <p:italic r:id="rId18"/>
      <p:boldItalic r:id="rId19"/>
    </p:embeddedFont>
    <p:embeddedFont>
      <p:font typeface="Poppins ExtraBold" panose="00000900000000000000" pitchFamily="2" charset="0"/>
      <p:bold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306">
          <p15:clr>
            <a:srgbClr val="747775"/>
          </p15:clr>
        </p15:guide>
        <p15:guide id="2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5E4FEBB-C573-4E1D-8FB3-015260D1E11E}">
  <a:tblStyle styleId="{25E4FEBB-C573-4E1D-8FB3-015260D1E11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46F7EB50-D807-4CA4-B9FC-93AD7F251CBE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72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25" y="77"/>
      </p:cViewPr>
      <p:guideLst>
        <p:guide pos="5306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13.fntdata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23" Type="http://schemas.openxmlformats.org/officeDocument/2006/relationships/viewProps" Target="viewProps.xml"/><Relationship Id="rId10" Type="http://schemas.openxmlformats.org/officeDocument/2006/relationships/font" Target="fonts/font2.fntdata"/><Relationship Id="rId19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25fa94326af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  <p:sp>
        <p:nvSpPr>
          <p:cNvPr id="196" name="Google Shape;196;g25fa94326af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  <p:sp>
        <p:nvSpPr>
          <p:cNvPr id="203" name="Google Shape;203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  <p:sp>
        <p:nvSpPr>
          <p:cNvPr id="212" name="Google Shape;212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 dirty="0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 dirty="0"/>
          </a:p>
        </p:txBody>
      </p:sp>
      <p:sp>
        <p:nvSpPr>
          <p:cNvPr id="262" name="Google Shape;262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3225" y="1806750"/>
            <a:ext cx="6350100" cy="138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3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3225" y="3121750"/>
            <a:ext cx="6350100" cy="38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-725" y="4120725"/>
            <a:ext cx="9144000" cy="1053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12" name="Google Shape;12;p2"/>
          <p:cNvGrpSpPr/>
          <p:nvPr/>
        </p:nvGrpSpPr>
        <p:grpSpPr>
          <a:xfrm>
            <a:off x="5129550" y="-1185625"/>
            <a:ext cx="5286000" cy="6725250"/>
            <a:chOff x="5129550" y="-1185625"/>
            <a:chExt cx="5286000" cy="6725250"/>
          </a:xfrm>
        </p:grpSpPr>
        <p:sp>
          <p:nvSpPr>
            <p:cNvPr id="13" name="Google Shape;13;p2"/>
            <p:cNvSpPr/>
            <p:nvPr/>
          </p:nvSpPr>
          <p:spPr>
            <a:xfrm>
              <a:off x="5129550" y="-1185625"/>
              <a:ext cx="5286000" cy="2338200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cxnSp>
          <p:nvCxnSpPr>
            <p:cNvPr id="14" name="Google Shape;14;p2"/>
            <p:cNvCxnSpPr/>
            <p:nvPr/>
          </p:nvCxnSpPr>
          <p:spPr>
            <a:xfrm>
              <a:off x="7830375" y="-82075"/>
              <a:ext cx="0" cy="56217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-725" y="2571975"/>
            <a:ext cx="9144000" cy="2602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4424475" y="2618025"/>
            <a:ext cx="34035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Font typeface="Poppins ExtraBold"/>
              <a:buNone/>
              <a:defRPr sz="3600" b="0"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Font typeface="Poppins ExtraBold"/>
              <a:buNone/>
              <a:defRPr sz="3600" b="0"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Font typeface="Poppins ExtraBold"/>
              <a:buNone/>
              <a:defRPr sz="3600" b="0"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Font typeface="Poppins ExtraBold"/>
              <a:buNone/>
              <a:defRPr sz="3600" b="0"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Font typeface="Poppins ExtraBold"/>
              <a:buNone/>
              <a:defRPr sz="3600" b="0">
                <a:latin typeface="Poppins ExtraBold"/>
                <a:ea typeface="Poppins ExtraBold"/>
                <a:cs typeface="Poppins ExtraBold"/>
                <a:sym typeface="Poppins Extra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Font typeface="Poppins ExtraBold"/>
              <a:buNone/>
              <a:defRPr sz="3600" b="0">
                <a:latin typeface="Poppins ExtraBold"/>
                <a:ea typeface="Poppins ExtraBold"/>
                <a:cs typeface="Poppins ExtraBold"/>
                <a:sym typeface="Poppins Extra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Font typeface="Poppins ExtraBold"/>
              <a:buNone/>
              <a:defRPr sz="3600" b="0">
                <a:latin typeface="Poppins ExtraBold"/>
                <a:ea typeface="Poppins ExtraBold"/>
                <a:cs typeface="Poppins ExtraBold"/>
                <a:sym typeface="Poppins Extra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Font typeface="Poppins ExtraBold"/>
              <a:buNone/>
              <a:defRPr sz="3600" b="0">
                <a:latin typeface="Poppins ExtraBold"/>
                <a:ea typeface="Poppins ExtraBold"/>
                <a:cs typeface="Poppins ExtraBold"/>
                <a:sym typeface="Poppins ExtraBold"/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title" idx="2" hasCustomPrompt="1"/>
          </p:nvPr>
        </p:nvSpPr>
        <p:spPr>
          <a:xfrm>
            <a:off x="4047175" y="1540500"/>
            <a:ext cx="1483200" cy="907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ExtraBold"/>
              <a:buNone/>
              <a:defRPr sz="6000" b="0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ExtraBold"/>
              <a:buNone/>
              <a:defRPr sz="6000" b="0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ExtraBold"/>
              <a:buNone/>
              <a:defRPr sz="6000" b="0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ExtraBold"/>
              <a:buNone/>
              <a:defRPr sz="6000" b="0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ExtraBold"/>
              <a:buNone/>
              <a:defRPr sz="6000" b="0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ExtraBold"/>
              <a:buNone/>
              <a:defRPr sz="6000" b="0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ExtraBold"/>
              <a:buNone/>
              <a:defRPr sz="6000" b="0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ExtraBold"/>
              <a:buNone/>
              <a:defRPr sz="6000" b="0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9pPr>
          </a:lstStyle>
          <a:p>
            <a:r>
              <a:t>xx%</a:t>
            </a:r>
          </a:p>
        </p:txBody>
      </p:sp>
      <p:sp>
        <p:nvSpPr>
          <p:cNvPr id="19" name="Google Shape;19;p3"/>
          <p:cNvSpPr>
            <a:spLocks noGrp="1"/>
          </p:cNvSpPr>
          <p:nvPr>
            <p:ph type="pic" idx="3"/>
          </p:nvPr>
        </p:nvSpPr>
        <p:spPr>
          <a:xfrm flipH="1">
            <a:off x="546550" y="404875"/>
            <a:ext cx="2943300" cy="4738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IN" dirty="0"/>
          </a:p>
        </p:txBody>
      </p:sp>
      <p:grpSp>
        <p:nvGrpSpPr>
          <p:cNvPr id="20" name="Google Shape;20;p3"/>
          <p:cNvGrpSpPr/>
          <p:nvPr/>
        </p:nvGrpSpPr>
        <p:grpSpPr>
          <a:xfrm>
            <a:off x="6352450" y="-82075"/>
            <a:ext cx="5286000" cy="6300500"/>
            <a:chOff x="6352450" y="-82075"/>
            <a:chExt cx="5286000" cy="6300500"/>
          </a:xfrm>
        </p:grpSpPr>
        <p:cxnSp>
          <p:nvCxnSpPr>
            <p:cNvPr id="21" name="Google Shape;21;p3"/>
            <p:cNvCxnSpPr/>
            <p:nvPr/>
          </p:nvCxnSpPr>
          <p:spPr>
            <a:xfrm>
              <a:off x="7830375" y="-82075"/>
              <a:ext cx="0" cy="56217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2" name="Google Shape;22;p3"/>
            <p:cNvSpPr/>
            <p:nvPr/>
          </p:nvSpPr>
          <p:spPr>
            <a:xfrm>
              <a:off x="6352450" y="3880225"/>
              <a:ext cx="5286000" cy="2338200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 rot="10800000" flipH="1">
            <a:off x="-725" y="3007608"/>
            <a:ext cx="9148500" cy="2139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5" name="Google Shape;25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32004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7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body" idx="1"/>
          </p:nvPr>
        </p:nvSpPr>
        <p:spPr>
          <a:xfrm>
            <a:off x="720000" y="1363375"/>
            <a:ext cx="7704000" cy="39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/>
          <p:nvPr/>
        </p:nvSpPr>
        <p:spPr>
          <a:xfrm>
            <a:off x="6195300" y="-797075"/>
            <a:ext cx="4130700" cy="11841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8"/>
          <p:cNvSpPr txBox="1">
            <a:spLocks noGrp="1"/>
          </p:cNvSpPr>
          <p:nvPr>
            <p:ph type="title"/>
          </p:nvPr>
        </p:nvSpPr>
        <p:spPr>
          <a:xfrm>
            <a:off x="1820350" y="1949700"/>
            <a:ext cx="6610500" cy="17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0" name="Google Shape;50;p8"/>
          <p:cNvSpPr/>
          <p:nvPr/>
        </p:nvSpPr>
        <p:spPr>
          <a:xfrm>
            <a:off x="-725" y="0"/>
            <a:ext cx="1297800" cy="5174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cxnSp>
        <p:nvCxnSpPr>
          <p:cNvPr id="51" name="Google Shape;51;p8"/>
          <p:cNvCxnSpPr/>
          <p:nvPr/>
        </p:nvCxnSpPr>
        <p:spPr>
          <a:xfrm rot="10800000">
            <a:off x="7216750" y="5539625"/>
            <a:ext cx="17637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52" name="Google Shape;52;p8"/>
          <p:cNvGrpSpPr/>
          <p:nvPr/>
        </p:nvGrpSpPr>
        <p:grpSpPr>
          <a:xfrm>
            <a:off x="-53125" y="1114800"/>
            <a:ext cx="10250427" cy="5247350"/>
            <a:chOff x="34350" y="1114800"/>
            <a:chExt cx="10163025" cy="5247350"/>
          </a:xfrm>
        </p:grpSpPr>
        <p:sp>
          <p:nvSpPr>
            <p:cNvPr id="53" name="Google Shape;53;p8"/>
            <p:cNvSpPr/>
            <p:nvPr/>
          </p:nvSpPr>
          <p:spPr>
            <a:xfrm>
              <a:off x="4911375" y="4023950"/>
              <a:ext cx="5286000" cy="2338200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cxnSp>
          <p:nvCxnSpPr>
            <p:cNvPr id="54" name="Google Shape;54;p8"/>
            <p:cNvCxnSpPr/>
            <p:nvPr/>
          </p:nvCxnSpPr>
          <p:spPr>
            <a:xfrm rot="10800000">
              <a:off x="34350" y="1114800"/>
              <a:ext cx="9323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55" name="Google Shape;55;p8"/>
          <p:cNvSpPr/>
          <p:nvPr/>
        </p:nvSpPr>
        <p:spPr>
          <a:xfrm>
            <a:off x="1820350" y="1520375"/>
            <a:ext cx="205200" cy="20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9"/>
          <p:cNvSpPr txBox="1">
            <a:spLocks noGrp="1"/>
          </p:cNvSpPr>
          <p:nvPr>
            <p:ph type="title"/>
          </p:nvPr>
        </p:nvSpPr>
        <p:spPr>
          <a:xfrm>
            <a:off x="713225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subTitle" idx="1"/>
          </p:nvPr>
        </p:nvSpPr>
        <p:spPr>
          <a:xfrm>
            <a:off x="713225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/>
          <p:nvPr/>
        </p:nvSpPr>
        <p:spPr>
          <a:xfrm>
            <a:off x="-725" y="4120725"/>
            <a:ext cx="9144000" cy="1053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60" name="Google Shape;60;p9"/>
          <p:cNvGrpSpPr/>
          <p:nvPr/>
        </p:nvGrpSpPr>
        <p:grpSpPr>
          <a:xfrm>
            <a:off x="6389300" y="-4411950"/>
            <a:ext cx="3254700" cy="9951575"/>
            <a:chOff x="6389300" y="-4411950"/>
            <a:chExt cx="3254700" cy="9951575"/>
          </a:xfrm>
        </p:grpSpPr>
        <p:cxnSp>
          <p:nvCxnSpPr>
            <p:cNvPr id="61" name="Google Shape;61;p9"/>
            <p:cNvCxnSpPr/>
            <p:nvPr/>
          </p:nvCxnSpPr>
          <p:spPr>
            <a:xfrm>
              <a:off x="8016650" y="-82075"/>
              <a:ext cx="0" cy="56217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62" name="Google Shape;62;p9"/>
            <p:cNvSpPr/>
            <p:nvPr/>
          </p:nvSpPr>
          <p:spPr>
            <a:xfrm rot="5400000">
              <a:off x="4337600" y="-2360250"/>
              <a:ext cx="7358100" cy="3254700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63" name="Google Shape;63;p9"/>
          <p:cNvSpPr/>
          <p:nvPr/>
        </p:nvSpPr>
        <p:spPr>
          <a:xfrm>
            <a:off x="713225" y="736225"/>
            <a:ext cx="205200" cy="20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3"/>
          <p:cNvSpPr/>
          <p:nvPr/>
        </p:nvSpPr>
        <p:spPr>
          <a:xfrm rot="10800000" flipH="1">
            <a:off x="-725" y="4381599"/>
            <a:ext cx="9148800" cy="765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7" name="Google Shape;77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3200400" cy="128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7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b="0"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b="0"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b="0"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b="0"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b="0">
                <a:latin typeface="Poppins ExtraBold"/>
                <a:ea typeface="Poppins ExtraBold"/>
                <a:cs typeface="Poppins ExtraBold"/>
                <a:sym typeface="Poppins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b="0">
                <a:latin typeface="Poppins ExtraBold"/>
                <a:ea typeface="Poppins ExtraBold"/>
                <a:cs typeface="Poppins ExtraBold"/>
                <a:sym typeface="Poppins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b="0">
                <a:latin typeface="Poppins ExtraBold"/>
                <a:ea typeface="Poppins ExtraBold"/>
                <a:cs typeface="Poppins ExtraBold"/>
                <a:sym typeface="Poppins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b="0">
                <a:latin typeface="Poppins ExtraBold"/>
                <a:ea typeface="Poppins ExtraBold"/>
                <a:cs typeface="Poppins ExtraBold"/>
                <a:sym typeface="Poppins ExtraBold"/>
              </a:defRPr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title" idx="2" hasCustomPrompt="1"/>
          </p:nvPr>
        </p:nvSpPr>
        <p:spPr>
          <a:xfrm>
            <a:off x="847850" y="1884758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1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9pPr>
          </a:lstStyle>
          <a:p>
            <a:r>
              <a:t>xx%</a:t>
            </a:r>
          </a:p>
        </p:txBody>
      </p:sp>
      <p:sp>
        <p:nvSpPr>
          <p:cNvPr id="79" name="Google Shape;79;p13"/>
          <p:cNvSpPr txBox="1">
            <a:spLocks noGrp="1"/>
          </p:cNvSpPr>
          <p:nvPr>
            <p:ph type="title" idx="3" hasCustomPrompt="1"/>
          </p:nvPr>
        </p:nvSpPr>
        <p:spPr>
          <a:xfrm>
            <a:off x="847850" y="3219091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1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9pPr>
          </a:lstStyle>
          <a:p>
            <a:r>
              <a:t>xx%</a:t>
            </a:r>
          </a:p>
        </p:txBody>
      </p:sp>
      <p:sp>
        <p:nvSpPr>
          <p:cNvPr id="80" name="Google Shape;80;p13"/>
          <p:cNvSpPr txBox="1">
            <a:spLocks noGrp="1"/>
          </p:cNvSpPr>
          <p:nvPr>
            <p:ph type="title" idx="4" hasCustomPrompt="1"/>
          </p:nvPr>
        </p:nvSpPr>
        <p:spPr>
          <a:xfrm>
            <a:off x="3461188" y="1884758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1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9pPr>
          </a:lstStyle>
          <a:p>
            <a:r>
              <a:t>xx%</a:t>
            </a:r>
          </a:p>
        </p:txBody>
      </p:sp>
      <p:sp>
        <p:nvSpPr>
          <p:cNvPr id="81" name="Google Shape;81;p13"/>
          <p:cNvSpPr txBox="1">
            <a:spLocks noGrp="1"/>
          </p:cNvSpPr>
          <p:nvPr>
            <p:ph type="title" idx="5" hasCustomPrompt="1"/>
          </p:nvPr>
        </p:nvSpPr>
        <p:spPr>
          <a:xfrm>
            <a:off x="3461188" y="3219091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1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9pPr>
          </a:lstStyle>
          <a:p>
            <a:r>
              <a:t>xx%</a:t>
            </a:r>
          </a:p>
        </p:txBody>
      </p:sp>
      <p:sp>
        <p:nvSpPr>
          <p:cNvPr id="82" name="Google Shape;82;p13"/>
          <p:cNvSpPr txBox="1">
            <a:spLocks noGrp="1"/>
          </p:cNvSpPr>
          <p:nvPr>
            <p:ph type="title" idx="6" hasCustomPrompt="1"/>
          </p:nvPr>
        </p:nvSpPr>
        <p:spPr>
          <a:xfrm>
            <a:off x="6074525" y="1884758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1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9pPr>
          </a:lstStyle>
          <a:p>
            <a:r>
              <a:t>xx%</a:t>
            </a:r>
          </a:p>
        </p:txBody>
      </p:sp>
      <p:sp>
        <p:nvSpPr>
          <p:cNvPr id="83" name="Google Shape;83;p13"/>
          <p:cNvSpPr txBox="1">
            <a:spLocks noGrp="1"/>
          </p:cNvSpPr>
          <p:nvPr>
            <p:ph type="title" idx="7" hasCustomPrompt="1"/>
          </p:nvPr>
        </p:nvSpPr>
        <p:spPr>
          <a:xfrm>
            <a:off x="6074525" y="3219091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1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sz="3000" b="0">
                <a:latin typeface="Poppins ExtraBold"/>
                <a:ea typeface="Poppins ExtraBold"/>
                <a:cs typeface="Poppins ExtraBold"/>
                <a:sym typeface="Poppins ExtraBold"/>
              </a:defRPr>
            </a:lvl9pPr>
          </a:lstStyle>
          <a:p>
            <a:r>
              <a:t>xx%</a:t>
            </a:r>
          </a:p>
        </p:txBody>
      </p:sp>
      <p:sp>
        <p:nvSpPr>
          <p:cNvPr id="84" name="Google Shape;84;p13"/>
          <p:cNvSpPr txBox="1">
            <a:spLocks noGrp="1"/>
          </p:cNvSpPr>
          <p:nvPr>
            <p:ph type="subTitle" idx="1"/>
          </p:nvPr>
        </p:nvSpPr>
        <p:spPr>
          <a:xfrm>
            <a:off x="847850" y="2207250"/>
            <a:ext cx="2305500" cy="51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1800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ubTitle" idx="8"/>
          </p:nvPr>
        </p:nvSpPr>
        <p:spPr>
          <a:xfrm>
            <a:off x="3461188" y="2207250"/>
            <a:ext cx="2305500" cy="51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1800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9pPr>
          </a:lstStyle>
          <a:p>
            <a:endParaRPr/>
          </a:p>
        </p:txBody>
      </p:sp>
      <p:sp>
        <p:nvSpPr>
          <p:cNvPr id="86" name="Google Shape;86;p13"/>
          <p:cNvSpPr txBox="1">
            <a:spLocks noGrp="1"/>
          </p:cNvSpPr>
          <p:nvPr>
            <p:ph type="subTitle" idx="9"/>
          </p:nvPr>
        </p:nvSpPr>
        <p:spPr>
          <a:xfrm>
            <a:off x="6074525" y="2207250"/>
            <a:ext cx="2305500" cy="51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1800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9pPr>
          </a:lstStyle>
          <a:p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subTitle" idx="13"/>
          </p:nvPr>
        </p:nvSpPr>
        <p:spPr>
          <a:xfrm>
            <a:off x="847850" y="3541650"/>
            <a:ext cx="2305500" cy="51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1800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9pPr>
          </a:lstStyle>
          <a:p>
            <a:endParaRPr/>
          </a:p>
        </p:txBody>
      </p:sp>
      <p:sp>
        <p:nvSpPr>
          <p:cNvPr id="88" name="Google Shape;88;p13"/>
          <p:cNvSpPr txBox="1">
            <a:spLocks noGrp="1"/>
          </p:cNvSpPr>
          <p:nvPr>
            <p:ph type="subTitle" idx="14"/>
          </p:nvPr>
        </p:nvSpPr>
        <p:spPr>
          <a:xfrm>
            <a:off x="3461188" y="3541650"/>
            <a:ext cx="2305500" cy="51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1800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9pPr>
          </a:lstStyle>
          <a:p>
            <a:endParaRPr/>
          </a:p>
        </p:txBody>
      </p:sp>
      <p:sp>
        <p:nvSpPr>
          <p:cNvPr id="89" name="Google Shape;89;p13"/>
          <p:cNvSpPr txBox="1">
            <a:spLocks noGrp="1"/>
          </p:cNvSpPr>
          <p:nvPr>
            <p:ph type="subTitle" idx="15"/>
          </p:nvPr>
        </p:nvSpPr>
        <p:spPr>
          <a:xfrm>
            <a:off x="6074525" y="3541650"/>
            <a:ext cx="2305500" cy="51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1800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9pPr>
          </a:lstStyle>
          <a:p>
            <a:endParaRPr/>
          </a:p>
        </p:txBody>
      </p:sp>
      <p:sp>
        <p:nvSpPr>
          <p:cNvPr id="90" name="Google Shape;90;p13"/>
          <p:cNvSpPr/>
          <p:nvPr/>
        </p:nvSpPr>
        <p:spPr>
          <a:xfrm rot="5400000">
            <a:off x="6957475" y="-843175"/>
            <a:ext cx="4130700" cy="11841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0"/>
          <p:cNvSpPr/>
          <p:nvPr/>
        </p:nvSpPr>
        <p:spPr>
          <a:xfrm rot="10800000" flipH="1">
            <a:off x="-7325" y="4665500"/>
            <a:ext cx="9155100" cy="552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9" name="Google Shape;129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3200400" cy="128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7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b="0"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b="0"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b="0"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b="0"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b="0">
                <a:latin typeface="Poppins ExtraBold"/>
                <a:ea typeface="Poppins ExtraBold"/>
                <a:cs typeface="Poppins ExtraBold"/>
                <a:sym typeface="Poppins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b="0">
                <a:latin typeface="Poppins ExtraBold"/>
                <a:ea typeface="Poppins ExtraBold"/>
                <a:cs typeface="Poppins ExtraBold"/>
                <a:sym typeface="Poppins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b="0">
                <a:latin typeface="Poppins ExtraBold"/>
                <a:ea typeface="Poppins ExtraBold"/>
                <a:cs typeface="Poppins ExtraBold"/>
                <a:sym typeface="Poppins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Poppins ExtraBold"/>
              <a:buNone/>
              <a:defRPr b="0">
                <a:latin typeface="Poppins ExtraBold"/>
                <a:ea typeface="Poppins ExtraBold"/>
                <a:cs typeface="Poppins ExtraBold"/>
                <a:sym typeface="Poppins ExtraBold"/>
              </a:defRPr>
            </a:lvl9pPr>
          </a:lstStyle>
          <a:p>
            <a:endParaRPr/>
          </a:p>
        </p:txBody>
      </p:sp>
      <p:sp>
        <p:nvSpPr>
          <p:cNvPr id="130" name="Google Shape;130;p20"/>
          <p:cNvSpPr txBox="1">
            <a:spLocks noGrp="1"/>
          </p:cNvSpPr>
          <p:nvPr>
            <p:ph type="subTitle" idx="1"/>
          </p:nvPr>
        </p:nvSpPr>
        <p:spPr>
          <a:xfrm>
            <a:off x="847850" y="3227475"/>
            <a:ext cx="2348100" cy="123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20"/>
          <p:cNvSpPr txBox="1">
            <a:spLocks noGrp="1"/>
          </p:cNvSpPr>
          <p:nvPr>
            <p:ph type="subTitle" idx="2"/>
          </p:nvPr>
        </p:nvSpPr>
        <p:spPr>
          <a:xfrm>
            <a:off x="3461200" y="3227475"/>
            <a:ext cx="2348100" cy="123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0"/>
          <p:cNvSpPr txBox="1">
            <a:spLocks noGrp="1"/>
          </p:cNvSpPr>
          <p:nvPr>
            <p:ph type="subTitle" idx="3"/>
          </p:nvPr>
        </p:nvSpPr>
        <p:spPr>
          <a:xfrm>
            <a:off x="6074525" y="3227476"/>
            <a:ext cx="2348100" cy="123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20"/>
          <p:cNvSpPr txBox="1">
            <a:spLocks noGrp="1"/>
          </p:cNvSpPr>
          <p:nvPr>
            <p:ph type="subTitle" idx="4"/>
          </p:nvPr>
        </p:nvSpPr>
        <p:spPr>
          <a:xfrm>
            <a:off x="847850" y="2872450"/>
            <a:ext cx="2348100" cy="443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1800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9pPr>
          </a:lstStyle>
          <a:p>
            <a:endParaRPr/>
          </a:p>
        </p:txBody>
      </p:sp>
      <p:sp>
        <p:nvSpPr>
          <p:cNvPr id="134" name="Google Shape;134;p20"/>
          <p:cNvSpPr txBox="1">
            <a:spLocks noGrp="1"/>
          </p:cNvSpPr>
          <p:nvPr>
            <p:ph type="subTitle" idx="5"/>
          </p:nvPr>
        </p:nvSpPr>
        <p:spPr>
          <a:xfrm>
            <a:off x="3461204" y="2872450"/>
            <a:ext cx="2348100" cy="443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1800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9pPr>
          </a:lstStyle>
          <a:p>
            <a:endParaRPr/>
          </a:p>
        </p:txBody>
      </p:sp>
      <p:sp>
        <p:nvSpPr>
          <p:cNvPr id="135" name="Google Shape;135;p20"/>
          <p:cNvSpPr txBox="1">
            <a:spLocks noGrp="1"/>
          </p:cNvSpPr>
          <p:nvPr>
            <p:ph type="subTitle" idx="6"/>
          </p:nvPr>
        </p:nvSpPr>
        <p:spPr>
          <a:xfrm>
            <a:off x="6074525" y="2872450"/>
            <a:ext cx="2348100" cy="443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1800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ExtraBold"/>
              <a:buNone/>
              <a:defRPr sz="2400">
                <a:latin typeface="Poppins ExtraBold"/>
                <a:ea typeface="Poppins ExtraBold"/>
                <a:cs typeface="Poppins ExtraBold"/>
                <a:sym typeface="Poppins ExtraBold"/>
              </a:defRPr>
            </a:lvl9pPr>
          </a:lstStyle>
          <a:p>
            <a:endParaRPr/>
          </a:p>
        </p:txBody>
      </p:sp>
      <p:sp>
        <p:nvSpPr>
          <p:cNvPr id="136" name="Google Shape;136;p20"/>
          <p:cNvSpPr/>
          <p:nvPr/>
        </p:nvSpPr>
        <p:spPr>
          <a:xfrm>
            <a:off x="6685175" y="-797000"/>
            <a:ext cx="4130700" cy="11841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8"/>
          <p:cNvSpPr/>
          <p:nvPr/>
        </p:nvSpPr>
        <p:spPr>
          <a:xfrm rot="10800000" flipH="1">
            <a:off x="8331975" y="-19300"/>
            <a:ext cx="849900" cy="51609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87" name="Google Shape;187;p28"/>
          <p:cNvSpPr/>
          <p:nvPr/>
        </p:nvSpPr>
        <p:spPr>
          <a:xfrm>
            <a:off x="-1210125" y="4756400"/>
            <a:ext cx="4130700" cy="11841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oppins ExtraBold"/>
              <a:buNone/>
              <a:defRPr sz="2700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4" r:id="rId4"/>
    <p:sldLayoutId id="2147483655" r:id="rId5"/>
    <p:sldLayoutId id="2147483658" r:id="rId6"/>
    <p:sldLayoutId id="2147483659" r:id="rId7"/>
    <p:sldLayoutId id="2147483666" r:id="rId8"/>
    <p:sldLayoutId id="2147483674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2"/>
          <p:cNvSpPr txBox="1">
            <a:spLocks noGrp="1"/>
          </p:cNvSpPr>
          <p:nvPr>
            <p:ph type="ctrTitle" idx="4294967295"/>
          </p:nvPr>
        </p:nvSpPr>
        <p:spPr>
          <a:xfrm>
            <a:off x="735981" y="1345582"/>
            <a:ext cx="6350000" cy="106896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JasperGold </a:t>
            </a:r>
            <a:br>
              <a:rPr lang="en-IN" dirty="0"/>
            </a:br>
            <a:r>
              <a:rPr lang="en-IN" dirty="0"/>
              <a:t>             Formal VRF</a:t>
            </a: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80B74C-90A4-578A-2904-D68A958E8B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16351"/>
            <a:ext cx="9144000" cy="17172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2A10282-AF14-C15E-8FFB-080D2EDD7150}"/>
              </a:ext>
            </a:extLst>
          </p:cNvPr>
          <p:cNvSpPr txBox="1"/>
          <p:nvPr/>
        </p:nvSpPr>
        <p:spPr>
          <a:xfrm>
            <a:off x="6735337" y="3574775"/>
            <a:ext cx="2408663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TEAM MEMBERS:</a:t>
            </a:r>
          </a:p>
          <a:p>
            <a:r>
              <a:rPr lang="en-IN" dirty="0"/>
              <a:t>1) B. SURYA GANESH</a:t>
            </a:r>
          </a:p>
          <a:p>
            <a:r>
              <a:rPr lang="en-IN" dirty="0"/>
              <a:t>2) V. SRI CHARAN</a:t>
            </a:r>
          </a:p>
          <a:p>
            <a:r>
              <a:rPr lang="en-IN" dirty="0"/>
              <a:t>3) T.D. L.MANOHAR</a:t>
            </a:r>
          </a:p>
          <a:p>
            <a:r>
              <a:rPr lang="en-IN" dirty="0"/>
              <a:t>4) A. SRINIVAS</a:t>
            </a:r>
          </a:p>
          <a:p>
            <a:r>
              <a:rPr lang="en-IN" dirty="0"/>
              <a:t>5) K.L.KAVYA SRI</a:t>
            </a:r>
          </a:p>
          <a:p>
            <a:r>
              <a:rPr lang="en-IN" dirty="0"/>
              <a:t>6) G.DEEVANA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F60DE4D-999D-0D36-13AC-E6AEC9D37B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863" y="942219"/>
            <a:ext cx="1377187" cy="609351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0A68268-D971-FD9A-0220-9E9CDAC71E49}"/>
              </a:ext>
            </a:extLst>
          </p:cNvPr>
          <p:cNvSpPr txBox="1"/>
          <p:nvPr/>
        </p:nvSpPr>
        <p:spPr>
          <a:xfrm>
            <a:off x="693424" y="994112"/>
            <a:ext cx="770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naheim" panose="020B0604020202020204" charset="0"/>
              </a:rPr>
              <a:t>Simulation-based verification using Universal Verification Methodology tests only a limited set of input scenarios, so some corner-case bugs or illegal states may remain undetected.</a:t>
            </a:r>
            <a:endParaRPr lang="en-IN" dirty="0">
              <a:latin typeface="Anaheim" panose="020B060402020202020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10A4C0-477C-5488-1E96-E6DA91ABC603}"/>
              </a:ext>
            </a:extLst>
          </p:cNvPr>
          <p:cNvSpPr txBox="1"/>
          <p:nvPr/>
        </p:nvSpPr>
        <p:spPr>
          <a:xfrm>
            <a:off x="639335" y="2273486"/>
            <a:ext cx="765084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naheim" panose="020B0604020202020204" charset="0"/>
              </a:rPr>
              <a:t>This project verifies an RTL digital design using both simulation and formal verification concepts similar to Cadence JasperGold to ensure correct behavior in all situations.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naheim" panose="020B0604020202020204" charset="0"/>
              </a:rPr>
              <a:t>Normally the design is tested for ALU operations, FSM state transitions, handshake protocol, security control, and error conditions.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naheim" panose="020B0604020202020204" charset="0"/>
              </a:rPr>
              <a:t>A final verification report is generated showing whether each verification category passes, confirming that the design is functionally correct and reliable.</a:t>
            </a:r>
            <a:endParaRPr lang="en-IN" dirty="0">
              <a:latin typeface="Anaheim" panose="020B060402020202020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8A41A6-E4A3-5816-96CD-8CDDBFC40FBD}"/>
              </a:ext>
            </a:extLst>
          </p:cNvPr>
          <p:cNvSpPr/>
          <p:nvPr/>
        </p:nvSpPr>
        <p:spPr>
          <a:xfrm>
            <a:off x="639336" y="386576"/>
            <a:ext cx="6155473" cy="36427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dirty="0">
                <a:solidFill>
                  <a:schemeClr val="tx1"/>
                </a:solidFill>
                <a:latin typeface="Algerian" panose="04020705040A02060702" pitchFamily="82" charset="0"/>
              </a:rPr>
              <a:t>PROBLEM STATEMENT: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A0AD808-6179-04AA-7F1C-9440C0B2DE49}"/>
              </a:ext>
            </a:extLst>
          </p:cNvPr>
          <p:cNvSpPr/>
          <p:nvPr/>
        </p:nvSpPr>
        <p:spPr>
          <a:xfrm>
            <a:off x="639335" y="1676280"/>
            <a:ext cx="6155473" cy="36427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dirty="0">
                <a:solidFill>
                  <a:schemeClr val="tx1"/>
                </a:solidFill>
                <a:latin typeface="Algerian" panose="04020705040A02060702" pitchFamily="82" charset="0"/>
              </a:rPr>
              <a:t>Problem overview: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4"/>
          <p:cNvSpPr txBox="1">
            <a:spLocks noGrp="1"/>
          </p:cNvSpPr>
          <p:nvPr>
            <p:ph type="title" idx="4294967295"/>
          </p:nvPr>
        </p:nvSpPr>
        <p:spPr>
          <a:xfrm>
            <a:off x="784587" y="199787"/>
            <a:ext cx="5200650" cy="5143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Why Formal verification ?</a:t>
            </a:r>
            <a:endParaRPr sz="24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14A7A28A-FC8D-21DE-B50A-B4CBC6FBB1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8585" y="3218080"/>
            <a:ext cx="9162585" cy="192541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22FA8D2-C8F5-EFCB-2426-167ED27B4642}"/>
              </a:ext>
            </a:extLst>
          </p:cNvPr>
          <p:cNvSpPr/>
          <p:nvPr/>
        </p:nvSpPr>
        <p:spPr>
          <a:xfrm>
            <a:off x="550126" y="3278948"/>
            <a:ext cx="3365382" cy="13946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2000" b="1" dirty="0">
                <a:solidFill>
                  <a:schemeClr val="tx1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Jasper formal apps:</a:t>
            </a:r>
          </a:p>
          <a:p>
            <a:r>
              <a:rPr lang="en-IN" sz="1100" b="1" dirty="0">
                <a:solidFill>
                  <a:schemeClr val="bg1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Various verification apps  based on varying  in  design parameters.</a:t>
            </a:r>
            <a:r>
              <a:rPr lang="en-IN" sz="2000" b="1" dirty="0">
                <a:solidFill>
                  <a:schemeClr val="bg1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DCFF5A-54B0-537E-54D1-D417521B25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3" y="714137"/>
            <a:ext cx="1385895" cy="141563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CCD804C-DB2A-4971-4E13-86A323C20D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2805" y="680572"/>
            <a:ext cx="1445082" cy="14863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29480CE-6B4D-2384-46A0-7AD40913A9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24923" y="3155806"/>
            <a:ext cx="5119077" cy="198769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ADB4426-3B0D-B2E5-E9A8-A07413774D2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0126" y="798793"/>
            <a:ext cx="5545877" cy="22723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14;p34">
            <a:extLst>
              <a:ext uri="{FF2B5EF4-FFF2-40B4-BE49-F238E27FC236}">
                <a16:creationId xmlns:a16="http://schemas.microsoft.com/office/drawing/2014/main" id="{8F4E272E-5DC4-D6AF-1449-5B47C715C8C7}"/>
              </a:ext>
            </a:extLst>
          </p:cNvPr>
          <p:cNvSpPr txBox="1">
            <a:spLocks/>
          </p:cNvSpPr>
          <p:nvPr/>
        </p:nvSpPr>
        <p:spPr>
          <a:xfrm>
            <a:off x="504258" y="293572"/>
            <a:ext cx="5116028" cy="464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oppins ExtraBold"/>
              <a:buNone/>
              <a:defRPr sz="2700" b="0" i="0" u="none" strike="noStrike" cap="none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IN" sz="2000" dirty="0"/>
              <a:t>Formal vrf report: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8E106AF-5031-4F28-093C-787A50FEA4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920" y="860615"/>
            <a:ext cx="4528850" cy="22192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8E91BB1-CB6B-E439-A6E5-28106DB50A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258" y="3001949"/>
            <a:ext cx="4636567" cy="19417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FCC57CA-241D-A54C-3D24-BE8116D5F0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8338" y="1250462"/>
            <a:ext cx="4307416" cy="3693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1389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14;p34">
            <a:extLst>
              <a:ext uri="{FF2B5EF4-FFF2-40B4-BE49-F238E27FC236}">
                <a16:creationId xmlns:a16="http://schemas.microsoft.com/office/drawing/2014/main" id="{7D921EDD-24BF-CCCB-3B6B-32D83B23BE05}"/>
              </a:ext>
            </a:extLst>
          </p:cNvPr>
          <p:cNvSpPr txBox="1">
            <a:spLocks/>
          </p:cNvSpPr>
          <p:nvPr/>
        </p:nvSpPr>
        <p:spPr>
          <a:xfrm>
            <a:off x="504258" y="293572"/>
            <a:ext cx="5116028" cy="464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oppins ExtraBold"/>
              <a:buNone/>
              <a:defRPr sz="2700" b="0" i="0" u="none" strike="noStrike" cap="none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IN" sz="2000" dirty="0"/>
              <a:t>Simulation based report: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076981-95F0-00A6-EE49-55A8BAF9D1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258" y="758093"/>
            <a:ext cx="5088673" cy="236806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348A6AF-FC15-A697-1738-BF683AC1A3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442" y="3102710"/>
            <a:ext cx="3750195" cy="172377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89341A7-7A8B-3E8E-D775-3D59D9DEA4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6308" y="1836235"/>
            <a:ext cx="5766444" cy="3023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7346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CONCLUSION text written on orange rectangle stamp sign Stock Photo - Alamy">
            <a:extLst>
              <a:ext uri="{FF2B5EF4-FFF2-40B4-BE49-F238E27FC236}">
                <a16:creationId xmlns:a16="http://schemas.microsoft.com/office/drawing/2014/main" id="{2E2EE683-80E8-7A02-82A4-0F49F002C2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8" t="5059" r="750" b="17977"/>
          <a:stretch>
            <a:fillRect/>
          </a:stretch>
        </p:blipFill>
        <p:spPr>
          <a:xfrm>
            <a:off x="665355" y="204837"/>
            <a:ext cx="2795240" cy="883898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CC22909C-6C27-87C1-44F6-03EF19B3C7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533" y="1806033"/>
            <a:ext cx="3337467" cy="3337467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0A69DCF-EC6B-047A-FEE3-64657D064A53}"/>
              </a:ext>
            </a:extLst>
          </p:cNvPr>
          <p:cNvSpPr txBox="1"/>
          <p:nvPr/>
        </p:nvSpPr>
        <p:spPr>
          <a:xfrm>
            <a:off x="665355" y="1276246"/>
            <a:ext cx="468723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Designed and verified an FSM-based secure arithmetic module using Verilog HDL.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Implemented ADD, SUB, AND, and XOR operations with protocol and security control.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Verified the design using both traditional RTL simulation and formal verification techniques.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Simulation checked selected runtime test cases, while formal verification explored wider state and corner-case coverage.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FSM, security, power, and X-state analyses confirmed correct design behavior.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project demonstrated that formal verification provides higher verification confidence compared to normal simulation.</a:t>
            </a:r>
          </a:p>
          <a:p>
            <a:endParaRPr lang="en-IN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imalist Orange Portfolio by Slidesgo">
  <a:themeElements>
    <a:clrScheme name="Simple Light">
      <a:dk1>
        <a:srgbClr val="191919"/>
      </a:dk1>
      <a:lt1>
        <a:srgbClr val="FFFFFF"/>
      </a:lt1>
      <a:dk2>
        <a:srgbClr val="F5A04F"/>
      </a:dk2>
      <a:lt2>
        <a:srgbClr val="ADACAC"/>
      </a:lt2>
      <a:accent1>
        <a:srgbClr val="6E6D6D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549</TotalTime>
  <Words>264</Words>
  <Application>Microsoft Office PowerPoint</Application>
  <PresentationFormat>On-screen Show (16:9)</PresentationFormat>
  <Paragraphs>25</Paragraphs>
  <Slides>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Anaheim</vt:lpstr>
      <vt:lpstr>Poppins</vt:lpstr>
      <vt:lpstr>Hanken Grotesk</vt:lpstr>
      <vt:lpstr>Poppins ExtraBold</vt:lpstr>
      <vt:lpstr>Arial</vt:lpstr>
      <vt:lpstr>Algerian</vt:lpstr>
      <vt:lpstr>Minimalist Orange Portfolio by Slidesgo</vt:lpstr>
      <vt:lpstr>JasperGold               Formal VRF</vt:lpstr>
      <vt:lpstr>PowerPoint Presentation</vt:lpstr>
      <vt:lpstr>Why Formal verification ?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manohar tillapudi</dc:creator>
  <cp:lastModifiedBy>23A91A0408</cp:lastModifiedBy>
  <cp:revision>6</cp:revision>
  <dcterms:modified xsi:type="dcterms:W3CDTF">2026-05-08T11:25:09Z</dcterms:modified>
</cp:coreProperties>
</file>