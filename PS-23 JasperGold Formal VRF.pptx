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63" r:id="rId6"/>
    <p:sldId id="261" r:id="rId7"/>
  </p:sldIdLst>
  <p:sldSz cx="9144000" cy="5143500" type="screen16x9"/>
  <p:notesSz cx="6858000" cy="9144000"/>
  <p:embeddedFontLst>
    <p:embeddedFont>
      <p:font typeface="Algerian" panose="04020705040A02060702" pitchFamily="82" charset="0"/>
      <p:regular r:id="rId9"/>
    </p:embeddedFont>
    <p:embeddedFont>
      <p:font typeface="Anaheim" panose="020B0604020202020204" charset="0"/>
      <p:regular r:id="rId10"/>
      <p:bold r:id="rId11"/>
    </p:embeddedFont>
    <p:embeddedFont>
      <p:font typeface="Hanken Grotesk" panose="020B0604020202020204" charset="0"/>
      <p:regular r:id="rId12"/>
      <p:bold r:id="rId13"/>
      <p:italic r:id="rId14"/>
      <p:boldItalic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Poppins ExtraBold" panose="00000900000000000000" pitchFamily="2" charset="0"/>
      <p:bold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306">
          <p15:clr>
            <a:srgbClr val="747775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E4FEBB-C573-4E1D-8FB3-015260D1E11E}">
  <a:tblStyle styleId="{25E4FEBB-C573-4E1D-8FB3-015260D1E1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6F7EB50-D807-4CA4-B9FC-93AD7F251CB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6" y="91"/>
      </p:cViewPr>
      <p:guideLst>
        <p:guide pos="5306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 DURGA V NARAYANA MURTHY ADAPA" userId="6934715a21c3f249" providerId="LiveId" clId="{66120260-A86B-44F4-83AE-B5FD893172A6}"/>
    <pc:docChg chg="undo custSel modSld">
      <pc:chgData name="JAYA DURGA V NARAYANA MURTHY ADAPA" userId="6934715a21c3f249" providerId="LiveId" clId="{66120260-A86B-44F4-83AE-B5FD893172A6}" dt="2026-05-10T11:10:41.039" v="95" actId="1036"/>
      <pc:docMkLst>
        <pc:docMk/>
      </pc:docMkLst>
      <pc:sldChg chg="addSp delSp modSp mod">
        <pc:chgData name="JAYA DURGA V NARAYANA MURTHY ADAPA" userId="6934715a21c3f249" providerId="LiveId" clId="{66120260-A86B-44F4-83AE-B5FD893172A6}" dt="2026-05-10T11:10:31.629" v="90" actId="14100"/>
        <pc:sldMkLst>
          <pc:docMk/>
          <pc:sldMk cId="1766138973" sldId="262"/>
        </pc:sldMkLst>
        <pc:spChg chg="add del">
          <ac:chgData name="JAYA DURGA V NARAYANA MURTHY ADAPA" userId="6934715a21c3f249" providerId="LiveId" clId="{66120260-A86B-44F4-83AE-B5FD893172A6}" dt="2026-05-10T10:53:24.056" v="4" actId="22"/>
          <ac:spMkLst>
            <pc:docMk/>
            <pc:sldMk cId="1766138973" sldId="262"/>
            <ac:spMk id="4" creationId="{2F4CD0B1-0E18-3161-115B-F17BF45E09DE}"/>
          </ac:spMkLst>
        </pc:spChg>
        <pc:picChg chg="add mod">
          <ac:chgData name="JAYA DURGA V NARAYANA MURTHY ADAPA" userId="6934715a21c3f249" providerId="LiveId" clId="{66120260-A86B-44F4-83AE-B5FD893172A6}" dt="2026-05-10T10:56:39.643" v="29" actId="14100"/>
          <ac:picMkLst>
            <pc:docMk/>
            <pc:sldMk cId="1766138973" sldId="262"/>
            <ac:picMk id="6" creationId="{A5A072AD-3E60-7DB5-46DF-4C519A92395A}"/>
          </ac:picMkLst>
        </pc:picChg>
        <pc:picChg chg="del">
          <ac:chgData name="JAYA DURGA V NARAYANA MURTHY ADAPA" userId="6934715a21c3f249" providerId="LiveId" clId="{66120260-A86B-44F4-83AE-B5FD893172A6}" dt="2026-05-10T10:50:21.056" v="0" actId="478"/>
          <ac:picMkLst>
            <pc:docMk/>
            <pc:sldMk cId="1766138973" sldId="262"/>
            <ac:picMk id="8" creationId="{D8E106AF-5031-4F28-093C-787A50FEA461}"/>
          </ac:picMkLst>
        </pc:picChg>
        <pc:picChg chg="add mod">
          <ac:chgData name="JAYA DURGA V NARAYANA MURTHY ADAPA" userId="6934715a21c3f249" providerId="LiveId" clId="{66120260-A86B-44F4-83AE-B5FD893172A6}" dt="2026-05-10T10:56:55.292" v="43" actId="1035"/>
          <ac:picMkLst>
            <pc:docMk/>
            <pc:sldMk cId="1766138973" sldId="262"/>
            <ac:picMk id="9" creationId="{EDF77A1E-0CEB-26C9-84DC-AD4C0409EA23}"/>
          </ac:picMkLst>
        </pc:picChg>
        <pc:picChg chg="del">
          <ac:chgData name="JAYA DURGA V NARAYANA MURTHY ADAPA" userId="6934715a21c3f249" providerId="LiveId" clId="{66120260-A86B-44F4-83AE-B5FD893172A6}" dt="2026-05-10T10:50:23.623" v="1" actId="478"/>
          <ac:picMkLst>
            <pc:docMk/>
            <pc:sldMk cId="1766138973" sldId="262"/>
            <ac:picMk id="10" creationId="{C8E91BB1-CB6B-E439-A6E5-28106DB50A52}"/>
          </ac:picMkLst>
        </pc:picChg>
        <pc:picChg chg="del">
          <ac:chgData name="JAYA DURGA V NARAYANA MURTHY ADAPA" userId="6934715a21c3f249" providerId="LiveId" clId="{66120260-A86B-44F4-83AE-B5FD893172A6}" dt="2026-05-10T10:50:26.454" v="2" actId="478"/>
          <ac:picMkLst>
            <pc:docMk/>
            <pc:sldMk cId="1766138973" sldId="262"/>
            <ac:picMk id="12" creationId="{8FCC57CA-241D-A54C-3D24-BE8116D5F084}"/>
          </ac:picMkLst>
        </pc:picChg>
        <pc:picChg chg="add mod">
          <ac:chgData name="JAYA DURGA V NARAYANA MURTHY ADAPA" userId="6934715a21c3f249" providerId="LiveId" clId="{66120260-A86B-44F4-83AE-B5FD893172A6}" dt="2026-05-10T11:10:31.629" v="90" actId="14100"/>
          <ac:picMkLst>
            <pc:docMk/>
            <pc:sldMk cId="1766138973" sldId="262"/>
            <ac:picMk id="13" creationId="{4597DA98-38C2-E61C-0E0B-A88D693BE7F9}"/>
          </ac:picMkLst>
        </pc:picChg>
      </pc:sldChg>
      <pc:sldChg chg="addSp delSp modSp mod">
        <pc:chgData name="JAYA DURGA V NARAYANA MURTHY ADAPA" userId="6934715a21c3f249" providerId="LiveId" clId="{66120260-A86B-44F4-83AE-B5FD893172A6}" dt="2026-05-10T11:10:41.039" v="95" actId="1036"/>
        <pc:sldMkLst>
          <pc:docMk/>
          <pc:sldMk cId="1207734622" sldId="263"/>
        </pc:sldMkLst>
        <pc:picChg chg="del">
          <ac:chgData name="JAYA DURGA V NARAYANA MURTHY ADAPA" userId="6934715a21c3f249" providerId="LiveId" clId="{66120260-A86B-44F4-83AE-B5FD893172A6}" dt="2026-05-10T11:03:39.372" v="60" actId="478"/>
          <ac:picMkLst>
            <pc:docMk/>
            <pc:sldMk cId="1207734622" sldId="263"/>
            <ac:picMk id="4" creationId="{989341A7-7A8B-3E8E-D775-3D59D9DEA4C4}"/>
          </ac:picMkLst>
        </pc:picChg>
        <pc:picChg chg="del">
          <ac:chgData name="JAYA DURGA V NARAYANA MURTHY ADAPA" userId="6934715a21c3f249" providerId="LiveId" clId="{66120260-A86B-44F4-83AE-B5FD893172A6}" dt="2026-05-10T11:03:42.871" v="62" actId="478"/>
          <ac:picMkLst>
            <pc:docMk/>
            <pc:sldMk cId="1207734622" sldId="263"/>
            <ac:picMk id="5" creationId="{A2076981-95F0-00A6-EE49-55A8BAF9D196}"/>
          </ac:picMkLst>
        </pc:picChg>
        <pc:picChg chg="add mod">
          <ac:chgData name="JAYA DURGA V NARAYANA MURTHY ADAPA" userId="6934715a21c3f249" providerId="LiveId" clId="{66120260-A86B-44F4-83AE-B5FD893172A6}" dt="2026-05-10T11:07:13.757" v="74" actId="14100"/>
          <ac:picMkLst>
            <pc:docMk/>
            <pc:sldMk cId="1207734622" sldId="263"/>
            <ac:picMk id="6" creationId="{414775C5-8BFA-AAFB-4362-A3111D6D4769}"/>
          </ac:picMkLst>
        </pc:picChg>
        <pc:picChg chg="add mod">
          <ac:chgData name="JAYA DURGA V NARAYANA MURTHY ADAPA" userId="6934715a21c3f249" providerId="LiveId" clId="{66120260-A86B-44F4-83AE-B5FD893172A6}" dt="2026-05-10T11:07:17.343" v="80" actId="1037"/>
          <ac:picMkLst>
            <pc:docMk/>
            <pc:sldMk cId="1207734622" sldId="263"/>
            <ac:picMk id="8" creationId="{B4A57AA6-7152-86DF-1491-BC83FB8FB493}"/>
          </ac:picMkLst>
        </pc:picChg>
        <pc:picChg chg="add del">
          <ac:chgData name="JAYA DURGA V NARAYANA MURTHY ADAPA" userId="6934715a21c3f249" providerId="LiveId" clId="{66120260-A86B-44F4-83AE-B5FD893172A6}" dt="2026-05-10T11:09:10.271" v="82" actId="478"/>
          <ac:picMkLst>
            <pc:docMk/>
            <pc:sldMk cId="1207734622" sldId="263"/>
            <ac:picMk id="10" creationId="{658C8583-9558-F5B8-0A58-C8DB62195B86}"/>
          </ac:picMkLst>
        </pc:picChg>
        <pc:picChg chg="del">
          <ac:chgData name="JAYA DURGA V NARAYANA MURTHY ADAPA" userId="6934715a21c3f249" providerId="LiveId" clId="{66120260-A86B-44F4-83AE-B5FD893172A6}" dt="2026-05-10T11:03:41.280" v="61" actId="478"/>
          <ac:picMkLst>
            <pc:docMk/>
            <pc:sldMk cId="1207734622" sldId="263"/>
            <ac:picMk id="11" creationId="{B348A6AF-FC15-A697-1738-BF683AC1A37C}"/>
          </ac:picMkLst>
        </pc:picChg>
        <pc:picChg chg="add mod">
          <ac:chgData name="JAYA DURGA V NARAYANA MURTHY ADAPA" userId="6934715a21c3f249" providerId="LiveId" clId="{66120260-A86B-44F4-83AE-B5FD893172A6}" dt="2026-05-10T11:10:41.039" v="95" actId="1036"/>
          <ac:picMkLst>
            <pc:docMk/>
            <pc:sldMk cId="1207734622" sldId="263"/>
            <ac:picMk id="13" creationId="{020E29ED-7588-743F-2FD1-7DEC69AEF1D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5fa94326a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196" name="Google Shape;196;g25fa94326a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203" name="Google Shape;20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212" name="Google Shape;212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262" name="Google Shape;26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806750"/>
            <a:ext cx="6350100" cy="13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121750"/>
            <a:ext cx="63501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725" y="4120725"/>
            <a:ext cx="9144000" cy="105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2" name="Google Shape;12;p2"/>
          <p:cNvGrpSpPr/>
          <p:nvPr/>
        </p:nvGrpSpPr>
        <p:grpSpPr>
          <a:xfrm>
            <a:off x="5129550" y="-1185625"/>
            <a:ext cx="5286000" cy="6725250"/>
            <a:chOff x="5129550" y="-1185625"/>
            <a:chExt cx="5286000" cy="6725250"/>
          </a:xfrm>
        </p:grpSpPr>
        <p:sp>
          <p:nvSpPr>
            <p:cNvPr id="13" name="Google Shape;13;p2"/>
            <p:cNvSpPr/>
            <p:nvPr/>
          </p:nvSpPr>
          <p:spPr>
            <a:xfrm>
              <a:off x="5129550" y="-1185625"/>
              <a:ext cx="5286000" cy="23382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14" name="Google Shape;14;p2"/>
            <p:cNvCxnSpPr/>
            <p:nvPr/>
          </p:nvCxnSpPr>
          <p:spPr>
            <a:xfrm>
              <a:off x="7830375" y="-82075"/>
              <a:ext cx="0" cy="5621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725" y="2571975"/>
            <a:ext cx="9144000" cy="260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424475" y="2618025"/>
            <a:ext cx="3403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Poppins ExtraBold"/>
              <a:buNone/>
              <a:defRPr sz="3600"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Poppins ExtraBold"/>
              <a:buNone/>
              <a:defRPr sz="3600"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Poppins ExtraBold"/>
              <a:buNone/>
              <a:defRPr sz="3600"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Poppins ExtraBold"/>
              <a:buNone/>
              <a:defRPr sz="3600"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Poppins ExtraBold"/>
              <a:buNone/>
              <a:defRPr sz="3600"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Poppins ExtraBold"/>
              <a:buNone/>
              <a:defRPr sz="3600"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Poppins ExtraBold"/>
              <a:buNone/>
              <a:defRPr sz="3600"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Poppins ExtraBold"/>
              <a:buNone/>
              <a:defRPr sz="3600"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540500"/>
            <a:ext cx="1483200" cy="90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ExtraBold"/>
              <a:buNone/>
              <a:defRPr sz="6000" b="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ExtraBold"/>
              <a:buNone/>
              <a:defRPr sz="6000" b="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ExtraBold"/>
              <a:buNone/>
              <a:defRPr sz="6000" b="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ExtraBold"/>
              <a:buNone/>
              <a:defRPr sz="6000" b="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ExtraBold"/>
              <a:buNone/>
              <a:defRPr sz="6000" b="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ExtraBold"/>
              <a:buNone/>
              <a:defRPr sz="6000" b="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ExtraBold"/>
              <a:buNone/>
              <a:defRPr sz="6000" b="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ExtraBold"/>
              <a:buNone/>
              <a:defRPr sz="6000" b="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>
            <a:spLocks noGrp="1"/>
          </p:cNvSpPr>
          <p:nvPr>
            <p:ph type="pic" idx="3"/>
          </p:nvPr>
        </p:nvSpPr>
        <p:spPr>
          <a:xfrm flipH="1">
            <a:off x="546550" y="404875"/>
            <a:ext cx="2943300" cy="4738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20" name="Google Shape;20;p3"/>
          <p:cNvGrpSpPr/>
          <p:nvPr/>
        </p:nvGrpSpPr>
        <p:grpSpPr>
          <a:xfrm>
            <a:off x="6352450" y="-82075"/>
            <a:ext cx="5286000" cy="6300500"/>
            <a:chOff x="6352450" y="-82075"/>
            <a:chExt cx="5286000" cy="6300500"/>
          </a:xfrm>
        </p:grpSpPr>
        <p:cxnSp>
          <p:nvCxnSpPr>
            <p:cNvPr id="21" name="Google Shape;21;p3"/>
            <p:cNvCxnSpPr/>
            <p:nvPr/>
          </p:nvCxnSpPr>
          <p:spPr>
            <a:xfrm>
              <a:off x="7830375" y="-82075"/>
              <a:ext cx="0" cy="5621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Google Shape;22;p3"/>
            <p:cNvSpPr/>
            <p:nvPr/>
          </p:nvSpPr>
          <p:spPr>
            <a:xfrm>
              <a:off x="6352450" y="3880225"/>
              <a:ext cx="5286000" cy="23382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 rot="10800000" flipH="1">
            <a:off x="-725" y="3007608"/>
            <a:ext cx="9148500" cy="213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200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0000" y="1363375"/>
            <a:ext cx="7704000" cy="3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6195300" y="-797075"/>
            <a:ext cx="4130700" cy="11841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1820350" y="1949700"/>
            <a:ext cx="6610500" cy="17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0" name="Google Shape;50;p8"/>
          <p:cNvSpPr/>
          <p:nvPr/>
        </p:nvSpPr>
        <p:spPr>
          <a:xfrm>
            <a:off x="-725" y="0"/>
            <a:ext cx="1297800" cy="51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51" name="Google Shape;51;p8"/>
          <p:cNvCxnSpPr/>
          <p:nvPr/>
        </p:nvCxnSpPr>
        <p:spPr>
          <a:xfrm rot="10800000">
            <a:off x="7216750" y="5539625"/>
            <a:ext cx="1763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" name="Google Shape;52;p8"/>
          <p:cNvGrpSpPr/>
          <p:nvPr/>
        </p:nvGrpSpPr>
        <p:grpSpPr>
          <a:xfrm>
            <a:off x="-53125" y="1114800"/>
            <a:ext cx="10250427" cy="5247350"/>
            <a:chOff x="34350" y="1114800"/>
            <a:chExt cx="10163025" cy="5247350"/>
          </a:xfrm>
        </p:grpSpPr>
        <p:sp>
          <p:nvSpPr>
            <p:cNvPr id="53" name="Google Shape;53;p8"/>
            <p:cNvSpPr/>
            <p:nvPr/>
          </p:nvSpPr>
          <p:spPr>
            <a:xfrm>
              <a:off x="4911375" y="4023950"/>
              <a:ext cx="5286000" cy="23382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54" name="Google Shape;54;p8"/>
            <p:cNvCxnSpPr/>
            <p:nvPr/>
          </p:nvCxnSpPr>
          <p:spPr>
            <a:xfrm rot="10800000">
              <a:off x="34350" y="1114800"/>
              <a:ext cx="932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" name="Google Shape;55;p8"/>
          <p:cNvSpPr/>
          <p:nvPr/>
        </p:nvSpPr>
        <p:spPr>
          <a:xfrm>
            <a:off x="1820350" y="1520375"/>
            <a:ext cx="205200" cy="20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713225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1"/>
          </p:nvPr>
        </p:nvSpPr>
        <p:spPr>
          <a:xfrm>
            <a:off x="713225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/>
          <p:nvPr/>
        </p:nvSpPr>
        <p:spPr>
          <a:xfrm>
            <a:off x="-725" y="4120725"/>
            <a:ext cx="9144000" cy="105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0" name="Google Shape;60;p9"/>
          <p:cNvGrpSpPr/>
          <p:nvPr/>
        </p:nvGrpSpPr>
        <p:grpSpPr>
          <a:xfrm>
            <a:off x="6389300" y="-4411950"/>
            <a:ext cx="3254700" cy="9951575"/>
            <a:chOff x="6389300" y="-4411950"/>
            <a:chExt cx="3254700" cy="9951575"/>
          </a:xfrm>
        </p:grpSpPr>
        <p:cxnSp>
          <p:nvCxnSpPr>
            <p:cNvPr id="61" name="Google Shape;61;p9"/>
            <p:cNvCxnSpPr/>
            <p:nvPr/>
          </p:nvCxnSpPr>
          <p:spPr>
            <a:xfrm>
              <a:off x="8016650" y="-82075"/>
              <a:ext cx="0" cy="5621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" name="Google Shape;62;p9"/>
            <p:cNvSpPr/>
            <p:nvPr/>
          </p:nvSpPr>
          <p:spPr>
            <a:xfrm rot="5400000">
              <a:off x="4337600" y="-2360250"/>
              <a:ext cx="7358100" cy="32547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3" name="Google Shape;63;p9"/>
          <p:cNvSpPr/>
          <p:nvPr/>
        </p:nvSpPr>
        <p:spPr>
          <a:xfrm>
            <a:off x="713225" y="736225"/>
            <a:ext cx="205200" cy="20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/>
          <p:nvPr/>
        </p:nvSpPr>
        <p:spPr>
          <a:xfrm rot="10800000" flipH="1">
            <a:off x="-725" y="4381599"/>
            <a:ext cx="9148800" cy="765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200400" cy="12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2" hasCustomPrompt="1"/>
          </p:nvPr>
        </p:nvSpPr>
        <p:spPr>
          <a:xfrm>
            <a:off x="847850" y="188475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3" hasCustomPrompt="1"/>
          </p:nvPr>
        </p:nvSpPr>
        <p:spPr>
          <a:xfrm>
            <a:off x="847850" y="32190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4" hasCustomPrompt="1"/>
          </p:nvPr>
        </p:nvSpPr>
        <p:spPr>
          <a:xfrm>
            <a:off x="3461188" y="188475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5" hasCustomPrompt="1"/>
          </p:nvPr>
        </p:nvSpPr>
        <p:spPr>
          <a:xfrm>
            <a:off x="3461188" y="32190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6" hasCustomPrompt="1"/>
          </p:nvPr>
        </p:nvSpPr>
        <p:spPr>
          <a:xfrm>
            <a:off x="6074525" y="188475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7" hasCustomPrompt="1"/>
          </p:nvPr>
        </p:nvSpPr>
        <p:spPr>
          <a:xfrm>
            <a:off x="6074525" y="32190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sz="3000"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"/>
          </p:nvPr>
        </p:nvSpPr>
        <p:spPr>
          <a:xfrm>
            <a:off x="847850" y="2207250"/>
            <a:ext cx="2305500" cy="5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8"/>
          </p:nvPr>
        </p:nvSpPr>
        <p:spPr>
          <a:xfrm>
            <a:off x="3461188" y="2207250"/>
            <a:ext cx="2305500" cy="5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9"/>
          </p:nvPr>
        </p:nvSpPr>
        <p:spPr>
          <a:xfrm>
            <a:off x="6074525" y="2207250"/>
            <a:ext cx="2305500" cy="5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3"/>
          </p:nvPr>
        </p:nvSpPr>
        <p:spPr>
          <a:xfrm>
            <a:off x="847850" y="3541650"/>
            <a:ext cx="2305500" cy="5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4"/>
          </p:nvPr>
        </p:nvSpPr>
        <p:spPr>
          <a:xfrm>
            <a:off x="3461188" y="3541650"/>
            <a:ext cx="2305500" cy="5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5"/>
          </p:nvPr>
        </p:nvSpPr>
        <p:spPr>
          <a:xfrm>
            <a:off x="6074525" y="3541650"/>
            <a:ext cx="2305500" cy="5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/>
          <p:nvPr/>
        </p:nvSpPr>
        <p:spPr>
          <a:xfrm rot="5400000">
            <a:off x="6957475" y="-843175"/>
            <a:ext cx="4130700" cy="11841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/>
          <p:nvPr/>
        </p:nvSpPr>
        <p:spPr>
          <a:xfrm rot="10800000" flipH="1">
            <a:off x="-7325" y="4665500"/>
            <a:ext cx="9155100" cy="55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200400" cy="12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subTitle" idx="1"/>
          </p:nvPr>
        </p:nvSpPr>
        <p:spPr>
          <a:xfrm>
            <a:off x="847850" y="3227475"/>
            <a:ext cx="2348100" cy="12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ubTitle" idx="2"/>
          </p:nvPr>
        </p:nvSpPr>
        <p:spPr>
          <a:xfrm>
            <a:off x="3461200" y="3227475"/>
            <a:ext cx="2348100" cy="12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ubTitle" idx="3"/>
          </p:nvPr>
        </p:nvSpPr>
        <p:spPr>
          <a:xfrm>
            <a:off x="6074525" y="3227476"/>
            <a:ext cx="2348100" cy="12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4"/>
          </p:nvPr>
        </p:nvSpPr>
        <p:spPr>
          <a:xfrm>
            <a:off x="847850" y="2872450"/>
            <a:ext cx="23481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subTitle" idx="5"/>
          </p:nvPr>
        </p:nvSpPr>
        <p:spPr>
          <a:xfrm>
            <a:off x="3461204" y="2872450"/>
            <a:ext cx="23481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subTitle" idx="6"/>
          </p:nvPr>
        </p:nvSpPr>
        <p:spPr>
          <a:xfrm>
            <a:off x="6074525" y="2872450"/>
            <a:ext cx="23481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6685175" y="-797000"/>
            <a:ext cx="4130700" cy="11841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/>
          <p:nvPr/>
        </p:nvSpPr>
        <p:spPr>
          <a:xfrm rot="10800000" flipH="1">
            <a:off x="8331975" y="-19300"/>
            <a:ext cx="849900" cy="516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p28"/>
          <p:cNvSpPr/>
          <p:nvPr/>
        </p:nvSpPr>
        <p:spPr>
          <a:xfrm>
            <a:off x="-1210125" y="4756400"/>
            <a:ext cx="4130700" cy="11841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 ExtraBold"/>
              <a:buNone/>
              <a:defRPr sz="27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5" r:id="rId5"/>
    <p:sldLayoutId id="2147483658" r:id="rId6"/>
    <p:sldLayoutId id="2147483659" r:id="rId7"/>
    <p:sldLayoutId id="2147483666" r:id="rId8"/>
    <p:sldLayoutId id="2147483674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>
            <a:spLocks noGrp="1"/>
          </p:cNvSpPr>
          <p:nvPr>
            <p:ph type="ctrTitle" idx="4294967295"/>
          </p:nvPr>
        </p:nvSpPr>
        <p:spPr>
          <a:xfrm>
            <a:off x="735981" y="1345582"/>
            <a:ext cx="6350000" cy="10689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JasperGold </a:t>
            </a:r>
            <a:br>
              <a:rPr lang="en-IN" dirty="0"/>
            </a:br>
            <a:r>
              <a:rPr lang="en-IN" dirty="0"/>
              <a:t>             Formal VRF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80B74C-90A4-578A-2904-D68A958E8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16351"/>
            <a:ext cx="9144000" cy="17172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A10282-AF14-C15E-8FFB-080D2EDD7150}"/>
              </a:ext>
            </a:extLst>
          </p:cNvPr>
          <p:cNvSpPr txBox="1"/>
          <p:nvPr/>
        </p:nvSpPr>
        <p:spPr>
          <a:xfrm>
            <a:off x="6735337" y="3574775"/>
            <a:ext cx="240866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TEAM MEMBERS:</a:t>
            </a:r>
          </a:p>
          <a:p>
            <a:r>
              <a:rPr lang="en-IN" dirty="0"/>
              <a:t>1) B. SURYA GANESH</a:t>
            </a:r>
          </a:p>
          <a:p>
            <a:r>
              <a:rPr lang="en-IN" dirty="0"/>
              <a:t>2) V. SRI CHARAN</a:t>
            </a:r>
          </a:p>
          <a:p>
            <a:r>
              <a:rPr lang="en-IN" dirty="0"/>
              <a:t>3) T.D. L.MANOHAR</a:t>
            </a:r>
          </a:p>
          <a:p>
            <a:r>
              <a:rPr lang="en-IN" dirty="0"/>
              <a:t>4) A. SRINIVAS</a:t>
            </a:r>
          </a:p>
          <a:p>
            <a:r>
              <a:rPr lang="en-IN" dirty="0"/>
              <a:t>5) K.L.KAVYA SRI</a:t>
            </a:r>
          </a:p>
          <a:p>
            <a:r>
              <a:rPr lang="en-IN" dirty="0"/>
              <a:t>6) G.DEEVANA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60DE4D-999D-0D36-13AC-E6AEC9D37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63" y="942219"/>
            <a:ext cx="1377187" cy="60935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A68268-D971-FD9A-0220-9E9CDAC71E49}"/>
              </a:ext>
            </a:extLst>
          </p:cNvPr>
          <p:cNvSpPr txBox="1"/>
          <p:nvPr/>
        </p:nvSpPr>
        <p:spPr>
          <a:xfrm>
            <a:off x="693424" y="994112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naheim" panose="020B0604020202020204" charset="0"/>
              </a:rPr>
              <a:t>Simulation-based verification using Universal Verification Methodology tests only a limited set of input scenarios, so some corner-case bugs or illegal states may remain undetected.</a:t>
            </a:r>
            <a:endParaRPr lang="en-IN" dirty="0">
              <a:latin typeface="Anaheim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0A4C0-477C-5488-1E96-E6DA91ABC603}"/>
              </a:ext>
            </a:extLst>
          </p:cNvPr>
          <p:cNvSpPr txBox="1"/>
          <p:nvPr/>
        </p:nvSpPr>
        <p:spPr>
          <a:xfrm>
            <a:off x="639335" y="2273486"/>
            <a:ext cx="76508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naheim" panose="020B0604020202020204" charset="0"/>
              </a:rPr>
              <a:t>This project verifies an RTL digital design using both simulation and formal verification concepts similar to Cadence JasperGold to ensure correct behavior in all situations.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naheim" panose="020B0604020202020204" charset="0"/>
              </a:rPr>
              <a:t>Normally the design is tested for ALU operations, FSM state transitions, handshake protocol, security control, and error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naheim" panose="020B0604020202020204" charset="0"/>
              </a:rPr>
              <a:t>A final verification report is generated showing whether each verification category passes, confirming that the design is functionally correct and reliable.</a:t>
            </a:r>
            <a:endParaRPr lang="en-IN" dirty="0">
              <a:latin typeface="Anaheim" panose="020B060402020202020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8A41A6-E4A3-5816-96CD-8CDDBFC40FBD}"/>
              </a:ext>
            </a:extLst>
          </p:cNvPr>
          <p:cNvSpPr/>
          <p:nvPr/>
        </p:nvSpPr>
        <p:spPr>
          <a:xfrm>
            <a:off x="639336" y="386576"/>
            <a:ext cx="6155473" cy="364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  <a:latin typeface="Algerian" panose="04020705040A02060702" pitchFamily="82" charset="0"/>
              </a:rPr>
              <a:t>PROBLEM STATEMENT: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0AD808-6179-04AA-7F1C-9440C0B2DE49}"/>
              </a:ext>
            </a:extLst>
          </p:cNvPr>
          <p:cNvSpPr/>
          <p:nvPr/>
        </p:nvSpPr>
        <p:spPr>
          <a:xfrm>
            <a:off x="639335" y="1676280"/>
            <a:ext cx="6155473" cy="364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  <a:latin typeface="Algerian" panose="04020705040A02060702" pitchFamily="82" charset="0"/>
              </a:rPr>
              <a:t>Problem overview: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>
            <a:spLocks noGrp="1"/>
          </p:cNvSpPr>
          <p:nvPr>
            <p:ph type="title" idx="4294967295"/>
          </p:nvPr>
        </p:nvSpPr>
        <p:spPr>
          <a:xfrm>
            <a:off x="784587" y="199787"/>
            <a:ext cx="5200650" cy="514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Why Formal verification ?</a:t>
            </a:r>
            <a:endParaRPr sz="2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4A7A28A-FC8D-21DE-B50A-B4CBC6FBB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585" y="3218080"/>
            <a:ext cx="9162585" cy="192541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22FA8D2-C8F5-EFCB-2426-167ED27B4642}"/>
              </a:ext>
            </a:extLst>
          </p:cNvPr>
          <p:cNvSpPr/>
          <p:nvPr/>
        </p:nvSpPr>
        <p:spPr>
          <a:xfrm>
            <a:off x="550126" y="3278948"/>
            <a:ext cx="3365382" cy="13946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Jasper formal apps:</a:t>
            </a:r>
          </a:p>
          <a:p>
            <a:r>
              <a:rPr lang="en-IN" sz="1100" b="1" dirty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Various verification apps  based on varying  in  design parameters.</a:t>
            </a:r>
            <a:r>
              <a:rPr lang="en-IN" sz="2000" b="1" dirty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DCFF5A-54B0-537E-54D1-D417521B2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3" y="714137"/>
            <a:ext cx="1385895" cy="14156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CD804C-DB2A-4971-4E13-86A323C20D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2805" y="680572"/>
            <a:ext cx="1445082" cy="1486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9480CE-6B4D-2384-46A0-7AD40913A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4923" y="3155806"/>
            <a:ext cx="5119077" cy="19876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DB4426-3B0D-B2E5-E9A8-A07413774D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126" y="798793"/>
            <a:ext cx="5545877" cy="22723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34">
            <a:extLst>
              <a:ext uri="{FF2B5EF4-FFF2-40B4-BE49-F238E27FC236}">
                <a16:creationId xmlns:a16="http://schemas.microsoft.com/office/drawing/2014/main" id="{8F4E272E-5DC4-D6AF-1449-5B47C715C8C7}"/>
              </a:ext>
            </a:extLst>
          </p:cNvPr>
          <p:cNvSpPr txBox="1">
            <a:spLocks/>
          </p:cNvSpPr>
          <p:nvPr/>
        </p:nvSpPr>
        <p:spPr>
          <a:xfrm>
            <a:off x="504258" y="293572"/>
            <a:ext cx="5116028" cy="464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 ExtraBold"/>
              <a:buNone/>
              <a:defRPr sz="27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IN" sz="2000" dirty="0"/>
              <a:t>Formal vrf report: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A072AD-3E60-7DB5-46DF-4C519A923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59" y="758094"/>
            <a:ext cx="4989636" cy="23757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F77A1E-0CEB-26C9-84DC-AD4C0409E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49" y="3133157"/>
            <a:ext cx="5036696" cy="18173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97DA98-38C2-E61C-0E0B-A88D693BE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915" y="2660754"/>
            <a:ext cx="4817717" cy="228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138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4;p34">
            <a:extLst>
              <a:ext uri="{FF2B5EF4-FFF2-40B4-BE49-F238E27FC236}">
                <a16:creationId xmlns:a16="http://schemas.microsoft.com/office/drawing/2014/main" id="{7D921EDD-24BF-CCCB-3B6B-32D83B23BE05}"/>
              </a:ext>
            </a:extLst>
          </p:cNvPr>
          <p:cNvSpPr txBox="1">
            <a:spLocks/>
          </p:cNvSpPr>
          <p:nvPr/>
        </p:nvSpPr>
        <p:spPr>
          <a:xfrm>
            <a:off x="504258" y="293572"/>
            <a:ext cx="5116028" cy="464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 ExtraBold"/>
              <a:buNone/>
              <a:defRPr sz="27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IN" sz="2000" dirty="0"/>
              <a:t>Simulation based report: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4775C5-8BFA-AAFB-4362-A3111D6D4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58" y="680079"/>
            <a:ext cx="5424352" cy="2448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A57AA6-7152-86DF-1491-BC83FB8FB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39" y="3139613"/>
            <a:ext cx="5664194" cy="18314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0E29ED-7588-743F-2FD1-7DEC69AEF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940" y="2342492"/>
            <a:ext cx="5352532" cy="257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34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CONCLUSION text written on orange rectangle stamp sign Stock Photo - Alamy">
            <a:extLst>
              <a:ext uri="{FF2B5EF4-FFF2-40B4-BE49-F238E27FC236}">
                <a16:creationId xmlns:a16="http://schemas.microsoft.com/office/drawing/2014/main" id="{2E2EE683-80E8-7A02-82A4-0F49F002C2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" t="5059" r="750" b="17977"/>
          <a:stretch>
            <a:fillRect/>
          </a:stretch>
        </p:blipFill>
        <p:spPr>
          <a:xfrm>
            <a:off x="665355" y="204837"/>
            <a:ext cx="2795240" cy="88389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C22909C-6C27-87C1-44F6-03EF19B3C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533" y="1806033"/>
            <a:ext cx="3337467" cy="33374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A69DCF-EC6B-047A-FEE3-64657D064A53}"/>
              </a:ext>
            </a:extLst>
          </p:cNvPr>
          <p:cNvSpPr txBox="1"/>
          <p:nvPr/>
        </p:nvSpPr>
        <p:spPr>
          <a:xfrm>
            <a:off x="665355" y="1276246"/>
            <a:ext cx="468723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 and verified an FSM-based secure arithmetic module using Verilog HDL.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Implemented ADD, SUB, AND, and XOR operations with protocol and security control.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Verified the design using both traditional RTL simulation and formal verification techniques.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Simulation checked selected runtime test cases, while formal verification explored wider state and corner-case coverage.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FSM, security, power, and X-state analyses confirmed correct design behavior.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project demonstrated that formal verification provides higher verification confidence compared to normal simulation.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Orange Portfolio by Slidesgo">
  <a:themeElements>
    <a:clrScheme name="Simple Light">
      <a:dk1>
        <a:srgbClr val="191919"/>
      </a:dk1>
      <a:lt1>
        <a:srgbClr val="FFFFFF"/>
      </a:lt1>
      <a:dk2>
        <a:srgbClr val="F5A04F"/>
      </a:dk2>
      <a:lt2>
        <a:srgbClr val="ADACAC"/>
      </a:lt2>
      <a:accent1>
        <a:srgbClr val="6E6D6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</TotalTime>
  <Words>264</Words>
  <Application>Microsoft Office PowerPoint</Application>
  <PresentationFormat>On-screen Show (16:9)</PresentationFormat>
  <Paragraphs>25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Poppins</vt:lpstr>
      <vt:lpstr>Hanken Grotesk</vt:lpstr>
      <vt:lpstr>Anaheim</vt:lpstr>
      <vt:lpstr>Algerian</vt:lpstr>
      <vt:lpstr>Poppins ExtraBold</vt:lpstr>
      <vt:lpstr>Minimalist Orange Portfolio by Slidesgo</vt:lpstr>
      <vt:lpstr>JasperGold               Formal VRF</vt:lpstr>
      <vt:lpstr>PowerPoint Presentation</vt:lpstr>
      <vt:lpstr>Why Formal verification ?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manohar tillapudi</dc:creator>
  <cp:lastModifiedBy>JAYA DURGA V NARAYANA MURTHY ADAPA</cp:lastModifiedBy>
  <cp:revision>6</cp:revision>
  <dcterms:modified xsi:type="dcterms:W3CDTF">2026-05-10T11:10:51Z</dcterms:modified>
</cp:coreProperties>
</file>